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502" r:id="rId2"/>
    <p:sldId id="2692" r:id="rId3"/>
    <p:sldId id="2693" r:id="rId4"/>
    <p:sldId id="2694" r:id="rId5"/>
    <p:sldId id="2695" r:id="rId6"/>
    <p:sldId id="2696" r:id="rId7"/>
    <p:sldId id="2697" r:id="rId8"/>
    <p:sldId id="2698" r:id="rId9"/>
    <p:sldId id="2699" r:id="rId10"/>
    <p:sldId id="2700" r:id="rId11"/>
    <p:sldId id="2701" r:id="rId12"/>
    <p:sldId id="2702" r:id="rId13"/>
    <p:sldId id="2703" r:id="rId14"/>
    <p:sldId id="2704" r:id="rId15"/>
    <p:sldId id="2705" r:id="rId16"/>
    <p:sldId id="2706" r:id="rId17"/>
    <p:sldId id="2707" r:id="rId18"/>
    <p:sldId id="2708" r:id="rId19"/>
    <p:sldId id="2709" r:id="rId20"/>
    <p:sldId id="2710" r:id="rId21"/>
    <p:sldId id="2711" r:id="rId22"/>
    <p:sldId id="2712" r:id="rId23"/>
    <p:sldId id="2713" r:id="rId24"/>
    <p:sldId id="2714" r:id="rId25"/>
    <p:sldId id="2715" r:id="rId26"/>
    <p:sldId id="2716" r:id="rId27"/>
    <p:sldId id="2717" r:id="rId28"/>
    <p:sldId id="2718" r:id="rId29"/>
    <p:sldId id="2719" r:id="rId30"/>
    <p:sldId id="2720" r:id="rId31"/>
    <p:sldId id="2722" r:id="rId32"/>
    <p:sldId id="2723" r:id="rId33"/>
    <p:sldId id="2721" r:id="rId34"/>
    <p:sldId id="150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2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53C7-1810-48E0-8204-6B4FC932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6BEC4-CB6E-43DB-B5BF-4A416E710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B755-2F3A-4B34-822D-7ED8B7C4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D0FF55-29B4-44A8-8BFB-B031C05DDB62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C6F6A-4BBB-4B01-B25E-02DCDA43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5BDA4-E2EB-412D-9B3F-AD213012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49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B953-7E49-4AFF-825B-16E36B37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325"/>
            <a:ext cx="10515600" cy="1133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7DF8-2042-4C60-BDBE-A5657F367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7800"/>
            <a:ext cx="10515600" cy="345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98FD5-0BCD-4DE5-8939-097AD7D8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D650-5AFA-49F0-B286-569832EF4E9E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F82A-5325-4815-9B5B-C4FC064B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47AC-9556-4D00-8960-AD4FC183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32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6270-FD01-4015-8599-829C74369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000E3-897C-4AF8-AC7B-4003FC670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F10A-E3E1-47E6-B1D8-6D0CDB0A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1F02-E96E-459A-A1E9-D78B41DE2A36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601B2-0E72-45A1-97DA-0FD83A7B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4D7EC-326C-4B8B-BC7A-0961F88E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73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81A3-EA80-4C6D-ADA2-5DC52177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100"/>
            <a:ext cx="10515600" cy="10398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0FC7-97FE-48E7-B326-255AAE07C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4299"/>
            <a:ext cx="5181600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9C72B-0DE3-4498-B1D5-E2D8AA928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54299"/>
            <a:ext cx="5181600" cy="3522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0E02A-2B66-4EDF-8F47-0E6D1C4F0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2E61A-011A-4DEE-8D87-4AD022A511C5}" type="datetime1">
              <a:rPr lang="en-AU" smtClean="0"/>
              <a:t>20/04/2026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CCAB0-54BB-4E9B-8DB4-2051012B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56226-3A38-42CC-B90D-92B63BE7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36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3443-746F-4EC0-9BC0-A9CFBF7B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4300"/>
            <a:ext cx="10515600" cy="1137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F0B22-94F2-4157-85FE-78B38DAED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7" y="26050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52470-F023-41F8-BB08-4CA0E6AB9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555999"/>
            <a:ext cx="5157787" cy="2633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336C6-3773-4A8A-90E0-324397B77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26050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56BBD-34C2-4040-9F65-EBA91A194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555999"/>
            <a:ext cx="5183188" cy="2633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F22DA-FD7F-4D8A-A79B-791C8B03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BF275-7123-491B-B5B3-924F6A94DCFE}" type="datetime1">
              <a:rPr lang="en-AU" smtClean="0"/>
              <a:t>20/04/2026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BCA03-EE04-44A5-B281-CEBF8D04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89E67-2678-48C3-BB13-5848C912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64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664B-ADE3-4B2E-9AA1-0BC695FE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46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67853-FA5D-403C-9E48-FE5EF93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0AE2-339C-41B3-9367-FA40C256D514}" type="datetime1">
              <a:rPr lang="en-AU" smtClean="0"/>
              <a:t>20/04/2026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11EFF-E9BE-4C0D-967C-4F82026E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756C8-86B2-4EAA-B193-8EEE8755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89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55FDF-8EDF-4007-A834-01C9C67E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34BD-EDDE-4CD4-9CD3-4EE9960C35A5}" type="datetime1">
              <a:rPr lang="en-AU" smtClean="0"/>
              <a:t>20/04/2026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C9D18-C2F1-4529-B635-347C128D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75F58-FA47-4E7D-83F3-A80B81C1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79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F554-7745-4744-A3A9-36C5C049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473200"/>
            <a:ext cx="3932237" cy="11033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F062-A072-4114-A73C-88D24DF32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1473200"/>
            <a:ext cx="6172200" cy="4392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523FD-8E94-448E-9F08-202649935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79700"/>
            <a:ext cx="3932237" cy="3189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A4C6-772D-4EBA-87B9-CA34BECF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20D3-845B-4442-BFD1-2EFDEB0D26BC}" type="datetime1">
              <a:rPr lang="en-AU" smtClean="0"/>
              <a:t>20/04/2026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AABA6-EAE3-41D2-BC5D-992E437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CD2BB-57D0-4531-9B80-E902A657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72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ABD2-75A7-4015-B978-D1C12E33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4859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6AF0CC-9A9B-4B4A-8F67-B097828EF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85900"/>
            <a:ext cx="6172200" cy="43751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0281C-1A1B-4F60-A305-0036A9C81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59100"/>
            <a:ext cx="3932237" cy="29098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9A68-13D7-4976-9FF6-C09D8EF8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04349-5551-4BF2-87CE-998ACCF16D00}" type="datetime1">
              <a:rPr lang="en-AU" smtClean="0"/>
              <a:t>20/04/2026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1D2AA-128D-442C-9C14-62638E25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62A9E-12A1-47DE-8D7C-3B216E8F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69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74BF5-C029-4BDA-A6B2-7D193814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53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EB189-938B-4D18-B837-DDB37B49C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806699"/>
            <a:ext cx="10515600" cy="33702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04728-6D2A-40B3-BF99-9B6E6F45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098C-C2E3-468B-89BD-F3FCC75AD9F4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3F0EF-A425-440B-B6C2-2283C780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F059A-BF02-4A73-BE96-D3631CF7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236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13470-8414-4E6E-A35D-D6CB759F4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435099"/>
            <a:ext cx="2628900" cy="4741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939D-69B7-49A5-8C29-641AA2F9D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35099"/>
            <a:ext cx="7734300" cy="4741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4995-F883-4F26-8778-E4F6FA11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00BDC-8F4D-4190-BA2A-B6C4165EB5E1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A3AE-E9BF-4C39-BAB3-5E8B1A95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1158C-1A99-4B73-8E7A-EE27E15C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90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A890D-8032-4376-AD52-E3604699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1010"/>
            <a:ext cx="10515600" cy="1009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95459-FB3D-4A0B-B2DC-DCEE16AD9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65227"/>
            <a:ext cx="10515600" cy="371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B17E-8CDA-4DD3-A7A4-C4AB2238F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BBF2-C3A5-46C4-8E4E-CAD35723300E}" type="datetime1">
              <a:rPr lang="en-AU" smtClean="0"/>
              <a:t>20/04/2026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3EAF-E746-4F70-B6FB-F85FB8DA3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9179-0E3D-44FE-939F-D3DBD7EBE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CF16-402D-43F7-B818-8640906456B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1A280-7DDE-48EC-8F02-E443F945914D}"/>
              </a:ext>
            </a:extLst>
          </p:cNvPr>
          <p:cNvSpPr/>
          <p:nvPr/>
        </p:nvSpPr>
        <p:spPr>
          <a:xfrm>
            <a:off x="0" y="-3196"/>
            <a:ext cx="12192000" cy="1309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 descr="A sign lit up at night&#10;&#10;Description automatically generated">
            <a:extLst>
              <a:ext uri="{FF2B5EF4-FFF2-40B4-BE49-F238E27FC236}">
                <a16:creationId xmlns:a16="http://schemas.microsoft.com/office/drawing/2014/main" id="{DC513239-1617-4792-8CC7-7EC34DFA896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" y="96415"/>
            <a:ext cx="3273143" cy="112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7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928C-2FE8-59CF-770C-482324CF2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26B73-236D-DD38-0296-2D24F949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D7E4C1-7B3C-3C0A-6521-6BE87982A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784B6-6376-0037-7822-B26F3D89BFB5}"/>
              </a:ext>
            </a:extLst>
          </p:cNvPr>
          <p:cNvSpPr txBox="1"/>
          <p:nvPr/>
        </p:nvSpPr>
        <p:spPr>
          <a:xfrm>
            <a:off x="228600" y="1722121"/>
            <a:ext cx="11737496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 need to: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Design a website for a business (based on your student ID)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Draw/plan all pages (using PowerPoint, Figma, etc.)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Build ONLY the Home Page using HTML + CSS (+ a little JS if needed)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Write a short report</a:t>
            </a:r>
          </a:p>
        </p:txBody>
      </p:sp>
    </p:spTree>
    <p:extLst>
      <p:ext uri="{BB962C8B-B14F-4D97-AF65-F5344CB8AC3E}">
        <p14:creationId xmlns:p14="http://schemas.microsoft.com/office/powerpoint/2010/main" val="296952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41F8-EC83-67AD-2F54-37AF71FB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CEF82-74FA-96B2-CD4B-EA758602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B985D3-EB67-7D9D-8F22-6622BA88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4F728-CC92-0879-054B-C821C4101F6B}"/>
              </a:ext>
            </a:extLst>
          </p:cNvPr>
          <p:cNvSpPr txBox="1"/>
          <p:nvPr/>
        </p:nvSpPr>
        <p:spPr>
          <a:xfrm>
            <a:off x="228600" y="1722121"/>
            <a:ext cx="11737496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What You Must Create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Pages required: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1. Home Page (CODED)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Intro text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Banner (image/header)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Featured services</a:t>
            </a:r>
          </a:p>
        </p:txBody>
      </p:sp>
    </p:spTree>
    <p:extLst>
      <p:ext uri="{BB962C8B-B14F-4D97-AF65-F5344CB8AC3E}">
        <p14:creationId xmlns:p14="http://schemas.microsoft.com/office/powerpoint/2010/main" val="411505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A42E-E812-9476-FF1B-D1ADFB9D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2DE5-67AD-64D6-FB6F-4742A750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9DA0B6-3F21-75C2-40EA-206E0A5C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9DF1A-CAB4-2CC5-95CE-F56C2E92723C}"/>
              </a:ext>
            </a:extLst>
          </p:cNvPr>
          <p:cNvSpPr txBox="1"/>
          <p:nvPr/>
        </p:nvSpPr>
        <p:spPr>
          <a:xfrm>
            <a:off x="228600" y="1722121"/>
            <a:ext cx="1173749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2.   Customer Register Page (DESIGN ONLY)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3.   Services Page (DESIGN ONLY)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4.   Calculator Page (DESIGN ONLY) 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Example: BMI, loan, trip cost, etc.</a:t>
            </a:r>
          </a:p>
        </p:txBody>
      </p:sp>
    </p:spTree>
    <p:extLst>
      <p:ext uri="{BB962C8B-B14F-4D97-AF65-F5344CB8AC3E}">
        <p14:creationId xmlns:p14="http://schemas.microsoft.com/office/powerpoint/2010/main" val="175855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5B6E-26E5-2F68-89E6-1FD6ACF5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CE837-63FF-BCAB-88BC-19CCCCE3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15712A-F0D1-277D-09AE-AF9699E9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B5257-72AD-EA4B-AEB1-A4BE61BE6B96}"/>
              </a:ext>
            </a:extLst>
          </p:cNvPr>
          <p:cNvSpPr txBox="1"/>
          <p:nvPr/>
        </p:nvSpPr>
        <p:spPr>
          <a:xfrm>
            <a:off x="228600" y="1722121"/>
            <a:ext cx="1173749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5. Report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Introduction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Structure of website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Features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5036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5D32-BEEC-A9ED-C7E1-94C3F9AE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1CE0-CFBD-135A-4CD2-3B377B92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C78F3B-78EC-B4B6-C4DF-A23B2C04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1D7C8-0E0E-F5F2-3007-E238E868449C}"/>
              </a:ext>
            </a:extLst>
          </p:cNvPr>
          <p:cNvSpPr txBox="1"/>
          <p:nvPr/>
        </p:nvSpPr>
        <p:spPr>
          <a:xfrm>
            <a:off x="228600" y="1722121"/>
            <a:ext cx="1173749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1: Choose Your Scenario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➡ Based on last digit of your student ID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If last digit = 6 → Travel Agency</a:t>
            </a:r>
          </a:p>
        </p:txBody>
      </p:sp>
    </p:spTree>
    <p:extLst>
      <p:ext uri="{BB962C8B-B14F-4D97-AF65-F5344CB8AC3E}">
        <p14:creationId xmlns:p14="http://schemas.microsoft.com/office/powerpoint/2010/main" val="159875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D93B-6C73-F8C6-8B94-84635559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5038E-A021-B3EB-92AD-2E775A8B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DB058E-5EEE-E42F-F6FA-E78D76A6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7AE50-1C39-28E7-A9AC-A79DF539BF5F}"/>
              </a:ext>
            </a:extLst>
          </p:cNvPr>
          <p:cNvSpPr txBox="1"/>
          <p:nvPr/>
        </p:nvSpPr>
        <p:spPr>
          <a:xfrm>
            <a:off x="228600" y="1722121"/>
            <a:ext cx="1173749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2: Understand Your Business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Ask yourself: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What does this business do?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What services does it offer?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Who are the users? </a:t>
            </a:r>
          </a:p>
        </p:txBody>
      </p:sp>
    </p:spTree>
    <p:extLst>
      <p:ext uri="{BB962C8B-B14F-4D97-AF65-F5344CB8AC3E}">
        <p14:creationId xmlns:p14="http://schemas.microsoft.com/office/powerpoint/2010/main" val="293285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2222-EEF0-FBC2-B1AE-EA8A2E23E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E7092-435B-6765-FB1D-097FFD75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804E61-62FB-D2F1-03A1-1EBD4A62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DA90B-58DC-70EA-3170-5FA73C2D2AFC}"/>
              </a:ext>
            </a:extLst>
          </p:cNvPr>
          <p:cNvSpPr txBox="1"/>
          <p:nvPr/>
        </p:nvSpPr>
        <p:spPr>
          <a:xfrm>
            <a:off x="228600" y="1722121"/>
            <a:ext cx="1173749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Example (Travel Agency):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Book trips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Calculate trip cost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Contact for custom trips</a:t>
            </a:r>
          </a:p>
        </p:txBody>
      </p:sp>
    </p:spTree>
    <p:extLst>
      <p:ext uri="{BB962C8B-B14F-4D97-AF65-F5344CB8AC3E}">
        <p14:creationId xmlns:p14="http://schemas.microsoft.com/office/powerpoint/2010/main" val="170256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D1F4-B764-8431-D7E0-6491C65D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A61B-3519-FFA1-4710-3868F0E4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C9AFF4-CA28-32DD-B167-C82D37E9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DC1AF-351C-94FF-89B6-FD5BF208BC79}"/>
              </a:ext>
            </a:extLst>
          </p:cNvPr>
          <p:cNvSpPr txBox="1"/>
          <p:nvPr/>
        </p:nvSpPr>
        <p:spPr>
          <a:xfrm>
            <a:off x="227252" y="1463617"/>
            <a:ext cx="1173749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3: Plan Website Structure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Draw a simple structure: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Home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│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├ Services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├ Register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├ Calculator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└─ Contact</a:t>
            </a:r>
          </a:p>
        </p:txBody>
      </p:sp>
    </p:spTree>
    <p:extLst>
      <p:ext uri="{BB962C8B-B14F-4D97-AF65-F5344CB8AC3E}">
        <p14:creationId xmlns:p14="http://schemas.microsoft.com/office/powerpoint/2010/main" val="345065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13B3-48CB-5FBB-2B08-07502509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4F41-7653-BC2B-DF82-F862D07B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E117F-B2B0-E4E7-37A1-6ED963DD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4BA3C-8078-1FFC-6EAF-300D942BB949}"/>
              </a:ext>
            </a:extLst>
          </p:cNvPr>
          <p:cNvSpPr txBox="1"/>
          <p:nvPr/>
        </p:nvSpPr>
        <p:spPr>
          <a:xfrm>
            <a:off x="227252" y="1463617"/>
            <a:ext cx="11737496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4: Design Pages (PowerPoint / Figma)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Design each page like a sketch: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Home Page Design: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Logo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Navigation menu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Banner image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Short introduction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Featured services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23867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C32A-8FF6-EE8F-2B4A-72F4E09B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F95B-F0DA-11CD-5F3F-40968033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67F799-0F81-E678-79A1-D0BBA40B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34679-5AAD-FCA6-7C7B-FDCA13BC2B33}"/>
              </a:ext>
            </a:extLst>
          </p:cNvPr>
          <p:cNvSpPr txBox="1"/>
          <p:nvPr/>
        </p:nvSpPr>
        <p:spPr>
          <a:xfrm>
            <a:off x="227252" y="1463617"/>
            <a:ext cx="1173749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Other Pages: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Form layout (Register)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Services list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Calculator layout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Keep it: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Clean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Simple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User-friendly</a:t>
            </a:r>
          </a:p>
        </p:txBody>
      </p:sp>
    </p:spTree>
    <p:extLst>
      <p:ext uri="{BB962C8B-B14F-4D97-AF65-F5344CB8AC3E}">
        <p14:creationId xmlns:p14="http://schemas.microsoft.com/office/powerpoint/2010/main" val="258759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6A8A-FBBC-733E-ED58-8EF35D9C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665F-42F8-FB69-7231-3FAC510E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C837D6-6EE2-2FB2-14D6-DAAB39EF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7F1DB-2588-11FD-B197-9FEB975C2852}"/>
              </a:ext>
            </a:extLst>
          </p:cNvPr>
          <p:cNvSpPr txBox="1"/>
          <p:nvPr/>
        </p:nvSpPr>
        <p:spPr>
          <a:xfrm>
            <a:off x="227252" y="1463617"/>
            <a:ext cx="1173749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5: Build Home Page (HTML + CSS)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 MUST code only the Home Page.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Basic Structure:</a:t>
            </a:r>
          </a:p>
        </p:txBody>
      </p:sp>
    </p:spTree>
    <p:extLst>
      <p:ext uri="{BB962C8B-B14F-4D97-AF65-F5344CB8AC3E}">
        <p14:creationId xmlns:p14="http://schemas.microsoft.com/office/powerpoint/2010/main" val="262113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ADDB-FBD4-8970-0BC2-C22CF334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937DD-786F-02F6-A68B-4AC89BC9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613283-2B7B-2CA0-C6C5-14924B78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D9C6A-DE4F-565E-8C16-50756D93866D}"/>
              </a:ext>
            </a:extLst>
          </p:cNvPr>
          <p:cNvSpPr txBox="1"/>
          <p:nvPr/>
        </p:nvSpPr>
        <p:spPr>
          <a:xfrm>
            <a:off x="0" y="-64264"/>
            <a:ext cx="12199620" cy="69865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&lt;!DOCTYPE html&gt;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&lt;html&gt;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&lt;head&gt;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&lt;title&gt;My Website&lt;/title&gt;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&lt;link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rel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="stylesheet"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href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="style.css"&gt;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&lt;/head&gt;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&lt;body&gt;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&lt;header&gt;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&lt;h1&gt;Travel Agency&lt;/h1&gt;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&lt;/header&gt;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&lt;nav&gt;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href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="#"&gt;Home&lt;/a&gt;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href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="#"&gt;Services&lt;/a&gt;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&lt;/nav&gt;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&lt;section&gt;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&lt;h2&gt;Welcome&lt;/h2&gt;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&lt;p&gt;We help you travel the world!&lt;/p&gt;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&lt;/section&gt;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&lt;footer&gt;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&lt;p&gt;Contact us&lt;/p&gt;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&lt;/footer&gt;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&lt;/body&gt;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444037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3A38-A0BF-9C2A-304C-10972586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9959D-F271-1650-100F-4EC8C7E9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2008F2-5F17-E65C-2EF0-16CAAEE3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68B1C-8E5C-127B-138E-A8EC56FEED10}"/>
              </a:ext>
            </a:extLst>
          </p:cNvPr>
          <p:cNvSpPr txBox="1"/>
          <p:nvPr/>
        </p:nvSpPr>
        <p:spPr>
          <a:xfrm>
            <a:off x="0" y="1320284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6: Add CSS (Design)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49865-73D1-DA7D-27EB-A17A2A69DD30}"/>
              </a:ext>
            </a:extLst>
          </p:cNvPr>
          <p:cNvSpPr txBox="1"/>
          <p:nvPr/>
        </p:nvSpPr>
        <p:spPr>
          <a:xfrm>
            <a:off x="6029326" y="1164134"/>
            <a:ext cx="6162674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body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font-family: Arial;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header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background-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color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: blue;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color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: white;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padding: 10px;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nav a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   margin: 10px;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48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20AC-6B41-7153-0C81-49388E6B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2708B-77D1-F31C-80F7-07E5C06C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376DB5-D84D-49C0-E88D-01A8FE6FF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2E4C-F89A-8130-806E-D3FB4D457A31}"/>
              </a:ext>
            </a:extLst>
          </p:cNvPr>
          <p:cNvSpPr txBox="1"/>
          <p:nvPr/>
        </p:nvSpPr>
        <p:spPr>
          <a:xfrm>
            <a:off x="0" y="1320284"/>
            <a:ext cx="6100762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7: Apply Good Design Principles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Simple layout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Easy navigation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Readable text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Good colors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Mobile-friendly (basic)</a:t>
            </a:r>
          </a:p>
        </p:txBody>
      </p:sp>
    </p:spTree>
    <p:extLst>
      <p:ext uri="{BB962C8B-B14F-4D97-AF65-F5344CB8AC3E}">
        <p14:creationId xmlns:p14="http://schemas.microsoft.com/office/powerpoint/2010/main" val="1748212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2EE0-DB57-EDDC-50C8-F6677077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7189B-4B82-9DBF-81B4-DBD5090E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B25024-93C1-E268-BC52-FAF104EB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97F71-BB07-1C1D-1AC6-98973AC31112}"/>
              </a:ext>
            </a:extLst>
          </p:cNvPr>
          <p:cNvSpPr txBox="1"/>
          <p:nvPr/>
        </p:nvSpPr>
        <p:spPr>
          <a:xfrm>
            <a:off x="0" y="1320284"/>
            <a:ext cx="610076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8: Add Ethics &amp; Accessibility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 MUST include: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Privacy (don’t collect unnecessary data)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Clear forms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Easy to read text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Accessible colors (not too bright)</a:t>
            </a:r>
          </a:p>
        </p:txBody>
      </p:sp>
    </p:spTree>
    <p:extLst>
      <p:ext uri="{BB962C8B-B14F-4D97-AF65-F5344CB8AC3E}">
        <p14:creationId xmlns:p14="http://schemas.microsoft.com/office/powerpoint/2010/main" val="3946586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D30B-EC78-F2CD-A318-00A14DE7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E9ABB-974C-3908-D610-6C82055D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6D46BF-1B29-1E7D-5AA8-82A4A89B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A7143-A01B-7A93-A29F-284374F60CE2}"/>
              </a:ext>
            </a:extLst>
          </p:cNvPr>
          <p:cNvSpPr txBox="1"/>
          <p:nvPr/>
        </p:nvSpPr>
        <p:spPr>
          <a:xfrm>
            <a:off x="-4762" y="1054488"/>
            <a:ext cx="6100762" cy="580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9: Write the Report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Include: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Introduction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What is your website?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Site Structure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Pages and navigation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Features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Forms, calculator, services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Recommendations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2223961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0196-FD0A-0665-54B1-B5F652B6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5523A-BDB5-430F-B53B-BB1CA70A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E4DD2D-3EFF-C4B7-4154-7C644E83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F6DC1-C65B-2543-E346-B3FF9E75DBE5}"/>
              </a:ext>
            </a:extLst>
          </p:cNvPr>
          <p:cNvSpPr txBox="1"/>
          <p:nvPr/>
        </p:nvSpPr>
        <p:spPr>
          <a:xfrm>
            <a:off x="0" y="1218979"/>
            <a:ext cx="6100762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Step 10: Check Rubric Before Submit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Ask:</a:t>
            </a:r>
          </a:p>
          <a:p>
            <a:pPr marL="266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Did I design all pages?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Did I code Home Page?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Is my design user-friendly?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Did I include ethics/privacy?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Is my report clear?</a:t>
            </a:r>
          </a:p>
        </p:txBody>
      </p:sp>
    </p:spTree>
    <p:extLst>
      <p:ext uri="{BB962C8B-B14F-4D97-AF65-F5344CB8AC3E}">
        <p14:creationId xmlns:p14="http://schemas.microsoft.com/office/powerpoint/2010/main" val="1729456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A44-85EC-E599-47C3-23BDBB66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442B2-AB64-EF97-B996-F4A2D639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228C15-9CE6-6BA7-C17E-62E4B7A8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AEE4F-3CC3-1F2A-212B-0FE024ED8B98}"/>
              </a:ext>
            </a:extLst>
          </p:cNvPr>
          <p:cNvSpPr txBox="1"/>
          <p:nvPr/>
        </p:nvSpPr>
        <p:spPr>
          <a:xfrm>
            <a:off x="-4762" y="1123671"/>
            <a:ext cx="610076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4. What Students Should Learn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From this assignment, you learn: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How to design a website (UI/UX basics)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How to use HTML &amp; CSS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How to plan website structure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How to create user-friendly pages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Importance of privacy and ethics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Basic web development workflow</a:t>
            </a:r>
          </a:p>
        </p:txBody>
      </p:sp>
    </p:spTree>
    <p:extLst>
      <p:ext uri="{BB962C8B-B14F-4D97-AF65-F5344CB8AC3E}">
        <p14:creationId xmlns:p14="http://schemas.microsoft.com/office/powerpoint/2010/main" val="2985261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745E7-BD8C-17C9-F16D-E300895F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B1A12-0168-5F71-9CFB-D76C2E5C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A098AD-1C03-CCC9-AD5E-FFCBF94D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E0B9F-98BE-4580-9C0F-CC128BBBC391}"/>
              </a:ext>
            </a:extLst>
          </p:cNvPr>
          <p:cNvSpPr txBox="1"/>
          <p:nvPr/>
        </p:nvSpPr>
        <p:spPr>
          <a:xfrm>
            <a:off x="0" y="1371321"/>
            <a:ext cx="9272587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5. Practice Questions (With Answers)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Q1: What is HTML used for?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HTML is used to create the structure of a webpage (text, headings, images).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Q2: What is CSS used for?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CSS is used to style the webpage (colors, layout, fonts).</a:t>
            </a:r>
          </a:p>
        </p:txBody>
      </p:sp>
    </p:spTree>
    <p:extLst>
      <p:ext uri="{BB962C8B-B14F-4D97-AF65-F5344CB8AC3E}">
        <p14:creationId xmlns:p14="http://schemas.microsoft.com/office/powerpoint/2010/main" val="259153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80F8-B9B1-29A0-517B-5BEBD8E9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FCE8-AA61-B452-FB9F-DD56C82D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8469F2-1269-A42D-1D25-6666C651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72303-7A11-CAEE-597B-C3FED9831E87}"/>
              </a:ext>
            </a:extLst>
          </p:cNvPr>
          <p:cNvSpPr txBox="1"/>
          <p:nvPr/>
        </p:nvSpPr>
        <p:spPr>
          <a:xfrm>
            <a:off x="0" y="1371321"/>
            <a:ext cx="92725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Q3: What should a Home Page include?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Introduction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Banner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Navigation menu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Featured services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Q4: What is a wireframe?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 simple sketch of a website layout before coding.</a:t>
            </a:r>
          </a:p>
        </p:txBody>
      </p:sp>
    </p:spTree>
    <p:extLst>
      <p:ext uri="{BB962C8B-B14F-4D97-AF65-F5344CB8AC3E}">
        <p14:creationId xmlns:p14="http://schemas.microsoft.com/office/powerpoint/2010/main" val="405398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1F05-65A7-D668-F749-D5BD6FCB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32EA5-A2D9-AC1C-CDBB-EDA706E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AF4C3B-1E0A-0471-8D36-9E927E93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769D7-4865-EF71-D8C8-2BC64B6205A8}"/>
              </a:ext>
            </a:extLst>
          </p:cNvPr>
          <p:cNvSpPr txBox="1"/>
          <p:nvPr/>
        </p:nvSpPr>
        <p:spPr>
          <a:xfrm>
            <a:off x="0" y="1371321"/>
            <a:ext cx="9272587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Q5: What is usability?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How easy and simple a website is to use.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Q6: Give one example of a calculator in this assignment.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BMI calculator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Loan calculator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Trip cost calculator</a:t>
            </a:r>
          </a:p>
        </p:txBody>
      </p:sp>
    </p:spTree>
    <p:extLst>
      <p:ext uri="{BB962C8B-B14F-4D97-AF65-F5344CB8AC3E}">
        <p14:creationId xmlns:p14="http://schemas.microsoft.com/office/powerpoint/2010/main" val="345753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DFD97-25EA-8527-9E57-277D51E0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89E7-411D-B7B2-05AC-CFA2A655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020C71-F174-8B36-6E8E-E4E27590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7B3BB-62B4-104D-826E-D5CA4F023172}"/>
              </a:ext>
            </a:extLst>
          </p:cNvPr>
          <p:cNvSpPr txBox="1"/>
          <p:nvPr/>
        </p:nvSpPr>
        <p:spPr>
          <a:xfrm>
            <a:off x="0" y="1371321"/>
            <a:ext cx="9272587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Q7: Why is accessibility important?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It helps all users (including disabled users) use the website easily.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Q8: What is a navigation bar?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 menu that helps users move between pages.</a:t>
            </a:r>
          </a:p>
        </p:txBody>
      </p:sp>
    </p:spTree>
    <p:extLst>
      <p:ext uri="{BB962C8B-B14F-4D97-AF65-F5344CB8AC3E}">
        <p14:creationId xmlns:p14="http://schemas.microsoft.com/office/powerpoint/2010/main" val="1982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ED32-8CF0-DD18-96CB-EB08E3B9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23C0-FAB8-9944-D16E-D545FD07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ED3ED7-E933-84D1-3988-F4A9D958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A0888-DB1E-5B23-0DF5-9F5F41A7729C}"/>
              </a:ext>
            </a:extLst>
          </p:cNvPr>
          <p:cNvSpPr txBox="1"/>
          <p:nvPr/>
        </p:nvSpPr>
        <p:spPr>
          <a:xfrm>
            <a:off x="0" y="1371321"/>
            <a:ext cx="9272587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Q9: What is a form used for?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To collect user information (name, email, etc.).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Q10: Name one ethical consideration.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Protect user data and privacy.</a:t>
            </a:r>
          </a:p>
        </p:txBody>
      </p:sp>
    </p:spTree>
    <p:extLst>
      <p:ext uri="{BB962C8B-B14F-4D97-AF65-F5344CB8AC3E}">
        <p14:creationId xmlns:p14="http://schemas.microsoft.com/office/powerpoint/2010/main" val="216021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4B19-4D06-E73C-7878-A545FFD2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5F2C1-BBBD-93ED-694D-33F384A3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B1715-CF77-D612-7BCD-6BE46F7F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8A4C-370F-A4BE-E8BA-308CC530DB0A}"/>
              </a:ext>
            </a:extLst>
          </p:cNvPr>
          <p:cNvSpPr txBox="1"/>
          <p:nvPr/>
        </p:nvSpPr>
        <p:spPr>
          <a:xfrm>
            <a:off x="0" y="1371321"/>
            <a:ext cx="9272587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Final Tips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Start early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Keep design simple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Follow rubric carefully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Don’t copy (avoid plagiarism)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Practice HTML basics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Ask your teacher if unsure</a:t>
            </a:r>
          </a:p>
        </p:txBody>
      </p:sp>
    </p:spTree>
    <p:extLst>
      <p:ext uri="{BB962C8B-B14F-4D97-AF65-F5344CB8AC3E}">
        <p14:creationId xmlns:p14="http://schemas.microsoft.com/office/powerpoint/2010/main" val="733576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DF93-821F-F4C7-8A3D-D916684D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4EC64-E7FF-EE36-2790-476438C4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8651F0-B857-7722-7676-26F62B85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3633B-B446-44BD-CC19-DB5B99C7F6BC}"/>
              </a:ext>
            </a:extLst>
          </p:cNvPr>
          <p:cNvSpPr txBox="1"/>
          <p:nvPr/>
        </p:nvSpPr>
        <p:spPr>
          <a:xfrm>
            <a:off x="0" y="998767"/>
            <a:ext cx="12192000" cy="585923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1. WHAT YOU MUST SUBMIT (IMPORTANT)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 need to submit ALL of these files on Moodle: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1. Website Files (Home Page – CODE)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HTML file</a:t>
            </a:r>
            <a:b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CSS file</a:t>
            </a:r>
            <a:b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(Optional) JavaScript file</a:t>
            </a:r>
            <a:b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Images (if used)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Example: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index.html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style.css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script.js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/images folder</a:t>
            </a:r>
          </a:p>
        </p:txBody>
      </p:sp>
    </p:spTree>
    <p:extLst>
      <p:ext uri="{BB962C8B-B14F-4D97-AF65-F5344CB8AC3E}">
        <p14:creationId xmlns:p14="http://schemas.microsoft.com/office/powerpoint/2010/main" val="2359522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629B-7ACE-AE01-A3BB-375B7F9A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053F5-6B09-F65F-9466-0502F529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6AC92E-0906-14D4-91EC-1EF0DA87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95217-F120-A066-0A15-176557D25EF9}"/>
              </a:ext>
            </a:extLst>
          </p:cNvPr>
          <p:cNvSpPr txBox="1"/>
          <p:nvPr/>
        </p:nvSpPr>
        <p:spPr>
          <a:xfrm>
            <a:off x="0" y="998767"/>
            <a:ext cx="12192000" cy="6129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2. Design File (ALL Pages)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This is your visual design / wireframe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Use: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PowerPoint OR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Figma OR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Any design tool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Must include designs for: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Home Page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Register Page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Services Page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Calculator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61041-315C-E954-C72F-8F60D74C7218}"/>
              </a:ext>
            </a:extLst>
          </p:cNvPr>
          <p:cNvSpPr txBox="1"/>
          <p:nvPr/>
        </p:nvSpPr>
        <p:spPr>
          <a:xfrm>
            <a:off x="5536407" y="2915335"/>
            <a:ext cx="61483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Important: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These are design only (not coded) except Home Page</a:t>
            </a:r>
          </a:p>
        </p:txBody>
      </p:sp>
    </p:spTree>
    <p:extLst>
      <p:ext uri="{BB962C8B-B14F-4D97-AF65-F5344CB8AC3E}">
        <p14:creationId xmlns:p14="http://schemas.microsoft.com/office/powerpoint/2010/main" val="2584590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88CB-9F7B-D665-65F8-B729E0A0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78C45-0BE9-97A9-7752-2220BF98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F7B78B-08FE-44DB-48C8-07999427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18C6F-97FA-8B46-8AA4-6E946205B6C7}"/>
              </a:ext>
            </a:extLst>
          </p:cNvPr>
          <p:cNvSpPr txBox="1"/>
          <p:nvPr/>
        </p:nvSpPr>
        <p:spPr>
          <a:xfrm>
            <a:off x="0" y="998767"/>
            <a:ext cx="12192000" cy="56371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3. Report Document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Submit as Word or PDF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Your report must include: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1. Introduction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What website you created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Which scenario you chose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2. Site Structure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Pages (Home, Services, etc.)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Navigation (how pages connect)</a:t>
            </a:r>
          </a:p>
        </p:txBody>
      </p:sp>
    </p:spTree>
    <p:extLst>
      <p:ext uri="{BB962C8B-B14F-4D97-AF65-F5344CB8AC3E}">
        <p14:creationId xmlns:p14="http://schemas.microsoft.com/office/powerpoint/2010/main" val="286481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6CE1-EB9C-FDDC-8B20-595CB021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BC10F-F5C1-05BC-5EE1-CDD59542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0A450A2-03B2-318A-DECE-8CBE2284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A6F3B-F69C-58C5-E1CE-BDF5B60BB224}"/>
              </a:ext>
            </a:extLst>
          </p:cNvPr>
          <p:cNvSpPr txBox="1"/>
          <p:nvPr/>
        </p:nvSpPr>
        <p:spPr>
          <a:xfrm>
            <a:off x="0" y="998767"/>
            <a:ext cx="12192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3. Features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Forms (Register page)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Calculator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Services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Home page functions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4. Ethical Considerations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Privacy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Data protection</a:t>
            </a:r>
          </a:p>
        </p:txBody>
      </p:sp>
    </p:spTree>
    <p:extLst>
      <p:ext uri="{BB962C8B-B14F-4D97-AF65-F5344CB8AC3E}">
        <p14:creationId xmlns:p14="http://schemas.microsoft.com/office/powerpoint/2010/main" val="987368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CB802-F3D0-8420-73BD-F87875CD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0E7E-D05F-77C0-132D-1B850C9D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FD4B01-8A5C-8E9C-3239-9E47529F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21C08-401C-EF5D-788F-6D02AD67DF8A}"/>
              </a:ext>
            </a:extLst>
          </p:cNvPr>
          <p:cNvSpPr txBox="1"/>
          <p:nvPr/>
        </p:nvSpPr>
        <p:spPr>
          <a:xfrm>
            <a:off x="0" y="998767"/>
            <a:ext cx="12192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5. Recommendations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Future improvements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6. APA Referencing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Add references if used</a:t>
            </a:r>
          </a:p>
        </p:txBody>
      </p:sp>
    </p:spTree>
    <p:extLst>
      <p:ext uri="{BB962C8B-B14F-4D97-AF65-F5344CB8AC3E}">
        <p14:creationId xmlns:p14="http://schemas.microsoft.com/office/powerpoint/2010/main" val="1549960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3F9F-2849-FB93-30DD-6EA854F6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CE1C6-885E-56DA-C318-7A76DB7F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D1BC7E-C545-EF92-5383-952FFC64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CF75-9E9C-1222-5C75-C590AF4FE080}"/>
              </a:ext>
            </a:extLst>
          </p:cNvPr>
          <p:cNvSpPr txBox="1"/>
          <p:nvPr/>
        </p:nvSpPr>
        <p:spPr>
          <a:xfrm>
            <a:off x="0" y="998767"/>
            <a:ext cx="12192000" cy="26079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4. Any Supporting Files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Images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Icons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Fonts (if custom)</a:t>
            </a:r>
          </a:p>
        </p:txBody>
      </p:sp>
    </p:spTree>
    <p:extLst>
      <p:ext uri="{BB962C8B-B14F-4D97-AF65-F5344CB8AC3E}">
        <p14:creationId xmlns:p14="http://schemas.microsoft.com/office/powerpoint/2010/main" val="2202385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D122-3B80-21AE-42CB-3B9F5FF8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245A0-5567-214B-55E3-845131D9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4416B4-7379-E28A-3ED8-FD0A381B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78936-CC34-CAA3-997E-0BFB33616AD9}"/>
              </a:ext>
            </a:extLst>
          </p:cNvPr>
          <p:cNvSpPr txBox="1"/>
          <p:nvPr/>
        </p:nvSpPr>
        <p:spPr>
          <a:xfrm>
            <a:off x="0" y="998767"/>
            <a:ext cx="12192000" cy="39006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COMMON MISTAKE (VERY IMPORTANT)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Students often: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Only submit code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Forget design file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Forget report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 If you miss one → you lose marks</a:t>
            </a:r>
          </a:p>
        </p:txBody>
      </p:sp>
    </p:spTree>
    <p:extLst>
      <p:ext uri="{BB962C8B-B14F-4D97-AF65-F5344CB8AC3E}">
        <p14:creationId xmlns:p14="http://schemas.microsoft.com/office/powerpoint/2010/main" val="1575269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D3A2-06D6-CD00-ACCA-29ACBEAA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A8990-696A-CF34-AC6C-21E028FC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7F9361-537F-10E5-22C4-C2A8E9F0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74B73-77A9-3F78-FBDC-ED9030DE4B69}"/>
              </a:ext>
            </a:extLst>
          </p:cNvPr>
          <p:cNvSpPr txBox="1"/>
          <p:nvPr/>
        </p:nvSpPr>
        <p:spPr>
          <a:xfrm>
            <a:off x="0" y="998767"/>
            <a:ext cx="12192000" cy="39006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SIMPLE CHECKLIST BEFORE SUBMITTING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Home Page coded (HTML + CSS)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All pages designed (PowerPoint/Figma)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Report written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Files organized properly</a:t>
            </a:r>
            <a:b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</a:b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Matches marking rubric</a:t>
            </a:r>
          </a:p>
        </p:txBody>
      </p:sp>
    </p:spTree>
    <p:extLst>
      <p:ext uri="{BB962C8B-B14F-4D97-AF65-F5344CB8AC3E}">
        <p14:creationId xmlns:p14="http://schemas.microsoft.com/office/powerpoint/2010/main" val="3652860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2F7C-905D-6203-DBD0-26D51C8F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7C3E-9F0E-09CF-B7CD-DBC4FBA2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85FD5C-C2BF-0287-5A23-ED2BD502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7A849-D151-DAE6-7D13-147B0B86AA4B}"/>
              </a:ext>
            </a:extLst>
          </p:cNvPr>
          <p:cNvSpPr txBox="1"/>
          <p:nvPr/>
        </p:nvSpPr>
        <p:spPr>
          <a:xfrm>
            <a:off x="0" y="998767"/>
            <a:ext cx="12192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You submit:</a:t>
            </a:r>
          </a:p>
          <a:p>
            <a:pPr marL="971550" marR="0" lvl="1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Code (Home page) </a:t>
            </a:r>
          </a:p>
          <a:p>
            <a:pPr marL="971550" marR="0" lvl="1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Design (all pages) </a:t>
            </a:r>
          </a:p>
          <a:p>
            <a:pPr marL="971550" marR="0" lvl="1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88171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4C9D-1994-7C80-EF26-7BDBDB7B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7F4A-8FD6-D039-D51A-78D75EB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0CF16-402D-43F7-B818-8640906456B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0CD29D-04DB-EF95-A86E-4265EE9B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606" y="198217"/>
            <a:ext cx="8355394" cy="1020762"/>
          </a:xfrm>
        </p:spPr>
        <p:txBody>
          <a:bodyPr>
            <a:noAutofit/>
          </a:bodyPr>
          <a:lstStyle/>
          <a:p>
            <a:r>
              <a:rPr lang="en-US" sz="3800" b="1" dirty="0"/>
              <a:t>Assessment 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F7CE70-26BC-5CC9-BD93-C535F8CE4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985937"/>
            <a:ext cx="12192000" cy="58424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Tools you can use: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Figma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Wireframe tools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PowerPoint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✔ Required Pages: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Home page (coded using HTML &amp; CSS)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Customer Register page (design only)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Services page (design only) 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/>
                <a:cs typeface="+mn-cs"/>
              </a:rPr>
              <a:t>Calculator page (design only)</a:t>
            </a:r>
          </a:p>
        </p:txBody>
      </p:sp>
    </p:spTree>
    <p:extLst>
      <p:ext uri="{BB962C8B-B14F-4D97-AF65-F5344CB8AC3E}">
        <p14:creationId xmlns:p14="http://schemas.microsoft.com/office/powerpoint/2010/main" val="3146478073"/>
      </p:ext>
    </p:extLst>
  </p:cSld>
  <p:clrMapOvr>
    <a:masterClrMapping/>
  </p:clrMapOvr>
</p:sld>
</file>

<file path=ppt/theme/theme1.xml><?xml version="1.0" encoding="utf-8"?>
<a:theme xmlns:a="http://schemas.openxmlformats.org/drawingml/2006/main" name="1_SGSTC PPT">
  <a:themeElements>
    <a:clrScheme name="SGST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A06F"/>
      </a:accent1>
      <a:accent2>
        <a:srgbClr val="8ECEAB"/>
      </a:accent2>
      <a:accent3>
        <a:srgbClr val="B1DCC5"/>
      </a:accent3>
      <a:accent4>
        <a:srgbClr val="8ACBA8"/>
      </a:accent4>
      <a:accent5>
        <a:srgbClr val="347853"/>
      </a:accent5>
      <a:accent6>
        <a:srgbClr val="225037"/>
      </a:accent6>
      <a:hlink>
        <a:srgbClr val="57B582"/>
      </a:hlink>
      <a:folHlink>
        <a:srgbClr val="224E36"/>
      </a:folHlink>
    </a:clrScheme>
    <a:fontScheme name="Custom 1">
      <a:majorFont>
        <a:latin typeface="Calibri Light"/>
        <a:ea typeface="等线 Light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-sistc" id="{A2464949-3B5F-47DC-983C-24F2EE1CDF86}" vid="{0606627E-C9F2-4021-9EAB-E3E1B93FF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PresentationFormat>Widescreen</PresentationFormat>
  <Paragraphs>256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1_SGSTC PPT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  <vt:lpstr>Assessment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</cp:revision>
  <dcterms:created xsi:type="dcterms:W3CDTF">2026-04-20T08:05:21Z</dcterms:created>
  <dcterms:modified xsi:type="dcterms:W3CDTF">2026-04-20T08:06:15Z</dcterms:modified>
</cp:coreProperties>
</file>